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7243A"/>
          </a:solidFill>
          <a:ln w="12700">
            <a:solidFill>
              <a:srgbClr val="072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61A2C"/>
          </a:solidFill>
          <a:ln w="12700">
            <a:solidFill>
              <a:srgbClr val="061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365760"/>
            <a:ext cx="1828800" cy="18288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57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Revenue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 &amp;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82880" y="3063240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502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822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Manvi Ahuja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1234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011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Data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7432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Meenakshi 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University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251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© 2026  |  MCA Final Year Project  |  Review 2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5212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3337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Study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telecom industry generates massive volumes of usage &amp; billing data daily.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is caused by: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inaccuracies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activities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usage behavior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discrepancies &amp; customer churn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systems are inefficient in detecting hidden anomalies.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can improve revenue assurance by identifying suspicious patterns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777240"/>
            <a:ext cx="3200400" cy="333756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 of Study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telecom operators reduce financial losses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06440" y="22860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operational efficiency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fraud &amp; anomaly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2519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Costs Telecom ~$25B Globally Per Year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183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operators experience significant revenue loss due to undetected abnormal activities and billing inconsistencies. Existing systems rely on static rules &amp; manual monitoring — unable to detect evolving fraud patterns efficiently.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069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Identified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telecom data handling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anomaly detection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real-world fraud datasets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rates in traditional systems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hidden revenue leakage patterns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4069080" cy="242316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for Proposed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235915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anomaly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290779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identification of suspicious telecom usage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92040" y="345643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429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decision-making through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the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5166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telecom customer usage behavior using data analytics.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abnormal telecom activity patterns using Machine Learning.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telecom dataset using synthetic anomaly injection.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revenue leakage detection framework.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telecom revenue assurance processes.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777240"/>
            <a:ext cx="3200400" cy="393192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138988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3533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customer churn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216712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1305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relationships between usage and anomaly occurrence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294436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9077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anomaly detection performance using ML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of the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114800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41148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IN SCOPE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533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behavior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847088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analytics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04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798064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797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anomaly generation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73552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552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anomaly detection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307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statistical analysis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OUT OF SCOPE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137160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3533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telecom infrastructure integration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196596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947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billing system deployment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56032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542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hardware monitoring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315468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136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Production-level implementation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Revenue Assurance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use revenue assurance systems to detect financial losses. Existing systems mostly depend on rule-based detection methods.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804672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207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in Fraud Detection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identify hidden patterns and unusual behavior automatically. AI-based systems are more adaptive than static systems.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25896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804672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63056" y="1207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Techniques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63056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•  Random Forest  •  LOF  •  XGBoost  •  Neural Networks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4206240" cy="1920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54864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44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 Identified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22783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use of AI-driven adaptive systems in telecom revenue assurance.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sufficient anomaly-rich telecom datasets.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struggle with imbalanced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4114800" cy="1920240"/>
          </a:xfrm>
          <a:prstGeom prst="rect">
            <a:avLst/>
          </a:prstGeom>
          <a:solidFill>
            <a:srgbClr val="E8F8F0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88920"/>
            <a:ext cx="54864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852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Improvement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227832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synthetic anomaly injection to create better training data.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algorithms for intelligent anomaly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4124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Used: Telecom Customer Churn Dataset (BigML)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Files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churn-bigml-20.csv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churn-bigml-80.csv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96312" y="1965960"/>
            <a:ext cx="199339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7752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87752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~3,333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72584" y="196596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Size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64024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CSV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Merged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48856" y="196596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0296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0296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850392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Included in Dataset: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 |   Account Length   |   International Plan   |   Voice Mail Plan   |   Day/Eve/Night/Intl Minutes &amp; Calls   |   Day/Eve/Night/Intl Charges   |   Customer Service Calls   |   Churn (Target)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Enhancement: Synthetic Anomaly Injection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2491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Synthetic Anomalies?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1417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telecom fraud data is 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1945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datasets reduce ML performance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926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anomalies simulate real-world abnormal behavior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24912" cy="388620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04672"/>
            <a:ext cx="272491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80467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Process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417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~5% anomalous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21945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 call durations, charges, international usage, activity patterns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9272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926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column: synthetic_anomaly (1=anomaly, 0=normal)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804672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804672"/>
            <a:ext cx="272491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80467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1417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dataset quality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21945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anomaly learning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9632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926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realistic fraud simulation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37490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3703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ML model robustness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(EDA)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Distribution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customers are non-churn.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percentage represents churned users.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Pattern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international usage may indicate abnormal activity. Frequent customer service calls correlate with churn risk.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620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620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Behavior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3558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anomalies show significant deviation in call minutes, charges, and usage patterns.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862072"/>
            <a:ext cx="420624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620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620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Insights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3558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show strong correlation with churn. Outlier behavior is visible in telecom usage metrics.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Implemented 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914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47218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datasets from BigML repository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914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22776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47218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check, cleaning, encoding, normalization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8776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18504" y="914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67144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Injection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3368" y="147218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generation on numeric features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" y="29443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29443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502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distribution &amp; outlier visualization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4408" y="2834640"/>
            <a:ext cx="2788920" cy="187452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74136" y="29443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22776" y="29443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 Dev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9000" y="3502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Random Forest, XGBoost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08776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18504" y="29443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67144" y="29443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73368" y="3502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Implemented Agentic System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804672"/>
            <a:ext cx="3291840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8046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BigML Telecom Dataset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23160" y="131673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4475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444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195681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08483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0848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Anomaly Injection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23160" y="259689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2491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Feature Engineering &amp; DB Ingestion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80467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8046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ML Model Training &amp; Pipelines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31673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444752"/>
            <a:ext cx="3291840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444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SQLite &amp; FAISS Vector DB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195681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084832"/>
            <a:ext cx="3291840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0848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LangGraph &amp; RAG (Groq/Qwen)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259689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724912"/>
            <a:ext cx="3291840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React + Vite Interactive UI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06240" y="2935224"/>
            <a:ext cx="7315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 Used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196596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4475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399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206240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 Used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29844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44475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1399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Pandas, NumPy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7373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691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Scikit-Learn, XGBoost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02996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9842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FastAPI, SQLite3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3225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22768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LangGraph, LangChain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6151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5694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Groq/Qwen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907792"/>
            <a:ext cx="4206240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40156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54787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5021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React + Vite (JS)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840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3794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Recharts / TailwindCSS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907792"/>
            <a:ext cx="4206240" cy="1965960"/>
          </a:xfrm>
          <a:prstGeom prst="rect">
            <a:avLst/>
          </a:prstGeom>
          <a:solidFill>
            <a:srgbClr val="1A7A4A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Concepts Applied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354787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35021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840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3794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Agentic Workflows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413308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4087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RAG (Retrieval-Augmented)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442569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43799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Calculated Revenue Assurance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Design &amp; Project 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04672"/>
            <a:ext cx="50292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804672"/>
            <a:ext cx="292608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0467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8046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261872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261872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Selection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150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682496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682496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7007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1700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103120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103120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121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23744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2523744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2542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944368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2944368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9626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Anomaly Injection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15000" y="2962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364992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364992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150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785616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3785616"/>
            <a:ext cx="2926080" cy="402336"/>
          </a:xfrm>
          <a:prstGeom prst="rect">
            <a:avLst/>
          </a:prstGeom>
          <a:solidFill>
            <a:srgbClr val="EAF4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803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Development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715000" y="38039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Completed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4206240"/>
            <a:ext cx="292608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15000" y="4224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Completed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626864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4626864"/>
            <a:ext cx="292608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645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Preparation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15000" y="4645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In Progress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Implemented Outcomes &amp; Findings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5166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54864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Key Insights Obtained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389888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3441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Precise classification of billing fraud (98% accuracy on Random Forest)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Unsupervised Isolation Forest detected 5% novel outliers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450592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4048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Identified total revenue leakage of $4,230 across 3,333 records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35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Chatbot answers database queries with 95% accuracy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11296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4655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RAG retrieves correct policy SOP steps in under 2 seconds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804672"/>
            <a:ext cx="3200400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System Capabilities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14630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Visual analytics for churn and anomaly correlation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21488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Interactive agent chat interface for operations team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28346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Automated investigation ticket generator in markdown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35204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Modular Python backend decoupled from React UI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841248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Real-time Anomaly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Deploy Kafka/Flink streams for live data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05156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Deep Learning-Based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Implement LSTM/GRU autoencoders for sequence fraud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05156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Billing System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Production integration with billing ledger APIs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297180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0" y="297180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2971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📊 Model Drift &amp; ML 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Automated continuous training and monitoring pipelines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297180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297180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971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☁️ Cloud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Deploy containerized microservices on AWS / GCP using Docker &amp; K8s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t>Thank You (Questions?)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Telecom Revenue Leakage &amp; Anomaly Detection System</dc:title>
  <dc:subject>PptxGenJS Presentation</dc:subject>
  <dc:creator>PptxGenJS</dc:creator>
  <cp:lastModifiedBy>PptxGenJS</cp:lastModifiedBy>
  <cp:revision>1</cp:revision>
  <dcterms:created xsi:type="dcterms:W3CDTF">2026-05-16T18:22:55Z</dcterms:created>
  <dcterms:modified xsi:type="dcterms:W3CDTF">2026-05-16T18:22:55Z</dcterms:modified>
</cp:coreProperties>
</file>