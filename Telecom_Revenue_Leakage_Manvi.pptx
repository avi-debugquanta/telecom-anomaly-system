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7243A"/>
          </a:solidFill>
          <a:ln w="12700">
            <a:solidFill>
              <a:srgbClr val="0724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61A2C"/>
          </a:solidFill>
          <a:ln w="12700">
            <a:solidFill>
              <a:srgbClr val="061A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-365760"/>
            <a:ext cx="1828800" cy="18288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0"/>
            <a:ext cx="54864" cy="5143500"/>
          </a:xfrm>
          <a:prstGeom prst="rect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57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9144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Revenue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Leakage &amp;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82880" y="3063240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502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822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Manvi Ahuja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31920" y="12344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Final Year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011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Data Analytics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2487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7432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Meenakshi 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34564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University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251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 |  MCA Final Year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52120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3337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41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Study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4892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telecom industry generates massive volumes of usage &amp; billing data daily.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is caused by: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inaccuracies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activities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usage behavior</a:t>
            </a:r>
            <a:endParaRPr lang="en-US" sz="12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discrepancies &amp; customer churn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systems are inefficient in detecting hidden anomalies.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can improve revenue assurance by identifying suspicious patterns automatically.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777240"/>
            <a:ext cx="3200400" cy="333756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Importance of Study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14173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3912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telecom operators reduce financial losses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06440" y="22860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operational efficiency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06440" y="315468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3108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fraud &amp; anomaly detection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42519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Costs Telecom ~$25B Globally Per Year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91440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8183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operators experience significant revenue loss due to undetected abnormal activities and billing inconsistencies. Existing systems rely on static rules &amp; manual monitoring — unable to detect evolving fraud patterns efficiently.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069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Identified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telecom data handling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 anomaly detection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real-world fraud datasets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false-positive rates in traditional systems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hidden revenue leakage patterns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1828800"/>
            <a:ext cx="4069080" cy="242316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Need for Proposed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2359152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02352" y="2331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anomaly detection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2907792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identification of suspicious telecom usage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92040" y="3456432"/>
            <a:ext cx="7315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429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decision-making through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of the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5166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54864" cy="3931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68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 Objectives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261872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telecom customer usage behavior using data analytics.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abnormal telecom activity patterns using Machine Learning.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the telecom dataset using synthetic anomaly injection.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intelligent revenue leakage detection framework.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telecom revenue assurance processes.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777240"/>
            <a:ext cx="3200400" cy="393192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138988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3533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customer churn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216712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21305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relationships between usage and anomaly occurrence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06440" y="2944368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29077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anomaly detection performance using ML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of the Project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114800" cy="393192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77240"/>
            <a:ext cx="41148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77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IN SCOPE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533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behavior analysis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847088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analytics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042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798064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797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anomaly generation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73552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2552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anomaly detection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54864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307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statistical analysis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777240"/>
            <a:ext cx="41148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777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OUT OF SCOPE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1371600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13533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telecom infrastructure integration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92040" y="1965960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9476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billing system deployment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2560320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5420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hardware monitoring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3154680"/>
            <a:ext cx="54864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136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Production-level implementation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04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2070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Revenue Assurance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use revenue assurance systems to detect financial losses. Existing systems mostly depend on rule-based detection methods.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804672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804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10128" y="12070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in Fraud Detection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identify hidden patterns and unusual behavior automatically. AI-based systems are more adaptive than static systems.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25896" y="80467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804672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804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63056" y="12070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Techniques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63056" y="15544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 •  Random Forest  •  LOF  •  XGBoost  •  Neural Networks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788920"/>
            <a:ext cx="4206240" cy="1920240"/>
          </a:xfrm>
          <a:prstGeom prst="rect">
            <a:avLst/>
          </a:prstGeom>
          <a:solidFill>
            <a:srgbClr val="FFF3E0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54864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52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44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 Identified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227832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use of AI-driven adaptive systems in telecom revenue assurance.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sufficient anomaly-rich telecom datasets.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struggle with imbalanced data.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788920"/>
            <a:ext cx="4114800" cy="1920240"/>
          </a:xfrm>
          <a:prstGeom prst="rect">
            <a:avLst/>
          </a:prstGeom>
          <a:solidFill>
            <a:srgbClr val="E8F8F0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788920"/>
            <a:ext cx="54864" cy="1920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852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Improvement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227832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synthetic anomaly injection to create better training data.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algorithms for intelligent anomaly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84124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Used: Telecom Customer Churn Dataset (BigML)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Files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churn-bigml-20.csv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churn-bigml-80.csv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96312" y="1965960"/>
            <a:ext cx="199339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87752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EA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87752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~3,333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72584" y="196596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Combined Size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64024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CSV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 Merged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48856" y="1965960"/>
            <a:ext cx="199339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0296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0296" y="2377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493008"/>
            <a:ext cx="8503920" cy="128016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Included in Dataset: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385876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 |   Account Length   |   International Plan   |   Voice Mail Plan   |   Day/Eve/Night/Intl Minutes &amp; Calls   |   Day/Eve/Night/Intl Charges   |   Customer Service Calls   |   Churn (Target)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Enhancement: Synthetic Anomaly Injection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249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724912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Synthetic Anomalies?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14173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telecom fraud data is limited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21945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datasets reduce ML performance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2971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926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anomalies simulate real-world abnormal behavior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804672"/>
            <a:ext cx="2724912" cy="388620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04672"/>
            <a:ext cx="2724912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80467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Injection Process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19272" y="14173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0168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~5% anomalous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21945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Modified: call durations, charges, international usage, activity patterns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9272" y="2971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926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column: synthetic_anomaly (1=anomaly, 0=normal)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804672"/>
            <a:ext cx="2724912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804672"/>
            <a:ext cx="2724912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804672"/>
            <a:ext cx="2542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99632" y="14173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1371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dataset quality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9632" y="21945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21488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anomaly learning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9632" y="2971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926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realistic fraud simulation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9632" y="37490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37033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ML model robustness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 (EDA)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4206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Churn Distribution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customers are non-churn.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percentage represents churned users.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20624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04672"/>
            <a:ext cx="4206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8046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 Pattern Analysis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12984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international usage may indicate abnormal activity. Frequent customer service calls correlate with churn risk.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862072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62072"/>
            <a:ext cx="4206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620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Behavior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3558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anomalies show significant deviation in call minutes, charges, and usage patterns.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862072"/>
            <a:ext cx="4206240" cy="1920240"/>
          </a:xfrm>
          <a:prstGeom prst="rect">
            <a:avLst/>
          </a:prstGeom>
          <a:solidFill>
            <a:srgbClr val="EAF4FB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62072"/>
            <a:ext cx="42062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862072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Insights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92040" y="3355848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show strong correlation with churn. Outlier behavior is visible in telecom usage metrics.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Methodology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9768" y="914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78408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47218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datasets from BigML repository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64408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74136" y="914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74136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22776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47218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check, cleaning, encoding, normalization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08776" y="804672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18504" y="914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18504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67144" y="914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Injection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73368" y="1472184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generation on numeric features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83464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" y="29443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29443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" y="3502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 distribution &amp; outlier visualization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64408" y="2834640"/>
            <a:ext cx="2788920" cy="187452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74136" y="29443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22776" y="29443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 Dev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29000" y="3502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Random Forest, XGBoost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08776" y="2834640"/>
            <a:ext cx="27889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18504" y="2944368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18504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67144" y="29443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73368" y="350215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System Architecture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804672"/>
            <a:ext cx="3291840" cy="5120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80467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Telecom Dataset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23160" y="131673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444752"/>
            <a:ext cx="32918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1444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23160" y="195681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084832"/>
            <a:ext cx="32918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0848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Synthetic Anomaly Injection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23160" y="259689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724912"/>
            <a:ext cx="32918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27249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804672"/>
            <a:ext cx="3291840" cy="5120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80467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131673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444752"/>
            <a:ext cx="3291840" cy="5120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144475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 Models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195681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084832"/>
            <a:ext cx="3291840" cy="5120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08483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 Output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2596896"/>
            <a:ext cx="274320" cy="128016"/>
          </a:xfrm>
          <a:prstGeom prst="rect">
            <a:avLst/>
          </a:prstGeom>
          <a:solidFill>
            <a:srgbClr val="AABDCA"/>
          </a:solidFill>
          <a:ln w="12700">
            <a:solidFill>
              <a:srgbClr val="AABD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2724912"/>
            <a:ext cx="3291840" cy="5120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27249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Leakage Identification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06240" y="2935224"/>
            <a:ext cx="731520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816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C39A"/>
                </a:solidFill>
              </a:rPr>
              <a:t>►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 Used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06240" cy="196596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41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Programming Language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298448"/>
            <a:ext cx="365760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4475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399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206240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941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Libraries Used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298448"/>
            <a:ext cx="365760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44475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3792" y="13990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73736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691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02996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19842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3225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22768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61518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25694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907792"/>
            <a:ext cx="4206240" cy="1965960"/>
          </a:xfrm>
          <a:prstGeom prst="rect">
            <a:avLst/>
          </a:prstGeom>
          <a:solidFill>
            <a:srgbClr val="1C7293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401568"/>
            <a:ext cx="365760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54787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5021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840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3794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907792"/>
            <a:ext cx="4206240" cy="1965960"/>
          </a:xfrm>
          <a:prstGeom prst="rect">
            <a:avLst/>
          </a:prstGeom>
          <a:solidFill>
            <a:srgbClr val="1A7A4A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3044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Concepts Applied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3657600" cy="27432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354787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3792" y="35021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38404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3792" y="3794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413308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93792" y="40873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442569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43799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Design &amp; Project Plan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804672"/>
            <a:ext cx="502920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804672"/>
            <a:ext cx="292608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04672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Phase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8046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261872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261872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Selection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150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1682496"/>
            <a:ext cx="502920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682496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17007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17007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103120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103120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1214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1500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2523744"/>
            <a:ext cx="502920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2523744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542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715000" y="2542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2944368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2944368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29626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Anomaly Injection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715000" y="2962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364992"/>
            <a:ext cx="502920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3364992"/>
            <a:ext cx="2926080" cy="402336"/>
          </a:xfrm>
          <a:prstGeom prst="rect">
            <a:avLst/>
          </a:prstGeom>
          <a:solidFill>
            <a:srgbClr val="E8F8F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1500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3785616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3785616"/>
            <a:ext cx="2926080" cy="402336"/>
          </a:xfrm>
          <a:prstGeom prst="rect">
            <a:avLst/>
          </a:prstGeom>
          <a:solidFill>
            <a:srgbClr val="EAF4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8039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Development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715000" y="38039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206240"/>
            <a:ext cx="502920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4206240"/>
            <a:ext cx="292608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224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715000" y="42245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4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626864"/>
            <a:ext cx="502920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4626864"/>
            <a:ext cx="2926080" cy="402336"/>
          </a:xfrm>
          <a:prstGeom prst="rect">
            <a:avLst/>
          </a:prstGeom>
          <a:solidFill>
            <a:srgbClr val="FFF3E0"/>
          </a:solidFill>
          <a:ln w="6350">
            <a:solidFill>
              <a:srgbClr val="D0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645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Preparation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715000" y="4645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44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2" y="0"/>
            <a:ext cx="658368" cy="65836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Outcomes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5166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54864" cy="3931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96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389888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3441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abnormal telecom behavior patterns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874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telecom revenue leakage identification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450592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4048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fraud and anomaly monitoring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9352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customer behavior analytics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511296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4655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ML model performance using synthetic anomalies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804672"/>
            <a:ext cx="3200400" cy="3931920"/>
          </a:xfrm>
          <a:prstGeom prst="rect">
            <a:avLst/>
          </a:prstGeom>
          <a:solidFill>
            <a:srgbClr val="0A2342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Benefits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0" y="1463040"/>
            <a:ext cx="2926080" cy="548640"/>
          </a:xfrm>
          <a:prstGeom prst="rect">
            <a:avLst/>
          </a:prstGeom>
          <a:solidFill>
            <a:srgbClr val="0D2A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revenue loss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2148840"/>
            <a:ext cx="2926080" cy="548640"/>
          </a:xfrm>
          <a:prstGeom prst="rect">
            <a:avLst/>
          </a:prstGeom>
          <a:solidFill>
            <a:srgbClr val="0D2A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148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anomaly detection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2834640"/>
            <a:ext cx="2926080" cy="548640"/>
          </a:xfrm>
          <a:prstGeom prst="rect">
            <a:avLst/>
          </a:prstGeom>
          <a:solidFill>
            <a:srgbClr val="0D2A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834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operational monitoring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3520440"/>
            <a:ext cx="2926080" cy="548640"/>
          </a:xfrm>
          <a:prstGeom prst="rect">
            <a:avLst/>
          </a:prstGeom>
          <a:solidFill>
            <a:srgbClr val="0D2A3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520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telecom decision-making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841248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Real-time Anomaly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system for telecom data streams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5156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05156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Deep Learning-Based Analytics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models for advanced fraud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5156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05156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Billing System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554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telecom billing platforms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463040" y="297180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463040" y="297180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297180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Interactive Dashboards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 visualization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2971800"/>
            <a:ext cx="2651760" cy="1691640"/>
          </a:xfrm>
          <a:prstGeom prst="rect">
            <a:avLst/>
          </a:prstGeom>
          <a:solidFill>
            <a:srgbClr val="0D2B3E"/>
          </a:solidFill>
          <a:ln w="12700">
            <a:solidFill>
              <a:srgbClr val="D0DE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43400" y="2971800"/>
            <a:ext cx="2651760" cy="42062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2971800"/>
            <a:ext cx="24323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Cloud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deployment on AWS / Azure / GCP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617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Telecom Revenue Leakage &amp; Anomaly Detection System</dc:title>
  <dc:subject>PptxGenJS Presentation</dc:subject>
  <dc:creator>PptxGenJS</dc:creator>
  <cp:lastModifiedBy>PptxGenJS</cp:lastModifiedBy>
  <cp:revision>1</cp:revision>
  <dcterms:created xsi:type="dcterms:W3CDTF">2026-05-16T18:22:55Z</dcterms:created>
  <dcterms:modified xsi:type="dcterms:W3CDTF">2026-05-16T18:22:55Z</dcterms:modified>
</cp:coreProperties>
</file>